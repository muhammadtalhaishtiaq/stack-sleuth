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StackSleuth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Regression debugging taxes every release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Automation moves fast. The engineer keeps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stages turn one failure into a verified fix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demo proves the loop twice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Guardrails stop false greens and unsafe bisects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StackSleuth converts debugging toil into an auditable workflow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the regression.Prove the cause.Ship the safe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StackSleuth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